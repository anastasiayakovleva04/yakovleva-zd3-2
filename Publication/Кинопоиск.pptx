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3" r:id="rId4"/>
    <p:sldId id="264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C7D0"/>
    <a:srgbClr val="2B2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05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84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46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77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5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18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36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59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49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97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001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7652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101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640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57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85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65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1DEBF-E7E6-46EF-A9CC-079A6C920D0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1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B2FBE-7C14-140D-E979-39D6F3BBA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Кинопоиск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21B014-CFE1-2D0F-E5B2-BCD5B8A89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1804" y="4944455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Яковлева Анастасия ПР-31</a:t>
            </a:r>
          </a:p>
        </p:txBody>
      </p:sp>
    </p:spTree>
    <p:extLst>
      <p:ext uri="{BB962C8B-B14F-4D97-AF65-F5344CB8AC3E}">
        <p14:creationId xmlns:p14="http://schemas.microsoft.com/office/powerpoint/2010/main" val="402868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F716A-6D8C-5A4D-4981-B1B6EA16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A21FE-F019-91AE-A20C-544DC2EABE57}"/>
              </a:ext>
            </a:extLst>
          </p:cNvPr>
          <p:cNvSpPr txBox="1"/>
          <p:nvPr/>
        </p:nvSpPr>
        <p:spPr>
          <a:xfrm>
            <a:off x="701710" y="2096082"/>
            <a:ext cx="6250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Приложение запускается с экраном загрузки, который меняется на экран входа через 3 секунды</a:t>
            </a:r>
          </a:p>
        </p:txBody>
      </p:sp>
      <p:pic>
        <p:nvPicPr>
          <p:cNvPr id="8" name="Рисунок 7" descr="Изображение выглядит как текст, снимок экрана, графический дизайн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5F374C-3974-D2C7-0042-5FC4AC60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2" t="6951" r="104" b="5494"/>
          <a:stretch>
            <a:fillRect/>
          </a:stretch>
        </p:blipFill>
        <p:spPr>
          <a:xfrm>
            <a:off x="2073612" y="3247521"/>
            <a:ext cx="8044776" cy="329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8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5C49-9C01-98DC-A262-298D1850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306C9-FA62-EE6A-3FAE-324F1877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2E638-8A75-2E64-9D05-0654C2E9251F}"/>
              </a:ext>
            </a:extLst>
          </p:cNvPr>
          <p:cNvSpPr txBox="1"/>
          <p:nvPr/>
        </p:nvSpPr>
        <p:spPr>
          <a:xfrm>
            <a:off x="701710" y="2096082"/>
            <a:ext cx="6250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экране входа расположены поля для ввода электронной почты и пароля, а также кнопка </a:t>
            </a:r>
            <a:r>
              <a:rPr lang="en-US" dirty="0"/>
              <a:t>Sign In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2EC426-F2E9-3CEB-01C6-2F4912BD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0" t="7162" b="4434"/>
          <a:stretch>
            <a:fillRect/>
          </a:stretch>
        </p:blipFill>
        <p:spPr>
          <a:xfrm>
            <a:off x="2104160" y="3200400"/>
            <a:ext cx="7983679" cy="33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0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266-2294-224D-5D4A-AB05120D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C13B7-CA36-A0E4-B1F0-B3F00DD3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9FC79-7CD5-4493-4D7F-F0A39A585497}"/>
              </a:ext>
            </a:extLst>
          </p:cNvPr>
          <p:cNvSpPr txBox="1"/>
          <p:nvPr/>
        </p:nvSpPr>
        <p:spPr>
          <a:xfrm>
            <a:off x="701710" y="2096082"/>
            <a:ext cx="6250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третьем экране список подгружаемых через </a:t>
            </a:r>
            <a:r>
              <a:rPr lang="en-US" dirty="0"/>
              <a:t>API </a:t>
            </a:r>
            <a:r>
              <a:rPr lang="ru-RU" dirty="0"/>
              <a:t>фильмов с возможностью поиска по названию и фильтрации по жанру</a:t>
            </a:r>
          </a:p>
        </p:txBody>
      </p:sp>
      <p:pic>
        <p:nvPicPr>
          <p:cNvPr id="4" name="Рисунок 3" descr="Изображение выглядит как текст, снимок экрана, Реклама в Интернете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7CB402-0527-A283-28E0-B68EA2D6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12" b="2423"/>
          <a:stretch>
            <a:fillRect/>
          </a:stretch>
        </p:blipFill>
        <p:spPr>
          <a:xfrm>
            <a:off x="9082517" y="607926"/>
            <a:ext cx="2836275" cy="585316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E98D7B-2899-6A92-0E29-021FD08D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6" t="8929" b="5174"/>
          <a:stretch>
            <a:fillRect/>
          </a:stretch>
        </p:blipFill>
        <p:spPr>
          <a:xfrm>
            <a:off x="680321" y="3679185"/>
            <a:ext cx="6682154" cy="26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4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EE793-47FA-8B2B-C41B-2566DC2C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5E778-7A7C-5FE5-CCDD-F2879745D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78134"/>
            <a:ext cx="61152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В приложении использовалась стандартная схема классов</a:t>
            </a:r>
          </a:p>
          <a:p>
            <a:pPr marL="0" indent="0">
              <a:buNone/>
            </a:pP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Классы экранов: </a:t>
            </a:r>
            <a:r>
              <a:rPr lang="en-US" sz="1800" dirty="0" err="1">
                <a:solidFill>
                  <a:schemeClr val="tx1"/>
                </a:solidFill>
              </a:rPr>
              <a:t>MainActivity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SignInActivity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QuestsActivity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MovieInfoFragment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Классы данных: </a:t>
            </a:r>
            <a:r>
              <a:rPr lang="en-US" sz="1800" dirty="0"/>
              <a:t>Movie, Quests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dirty="0"/>
              <a:t>Адаптеры: </a:t>
            </a:r>
            <a:r>
              <a:rPr lang="en-US" sz="1800" dirty="0" err="1"/>
              <a:t>MovieAdapter</a:t>
            </a:r>
            <a:r>
              <a:rPr lang="en-US" sz="1800" dirty="0"/>
              <a:t>, </a:t>
            </a:r>
            <a:r>
              <a:rPr lang="en-US" sz="1800" dirty="0" err="1"/>
              <a:t>QuestsRecycler</a:t>
            </a:r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32A5E3-B4ED-D1E2-751C-EF65B9A98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2406" y="523081"/>
            <a:ext cx="225719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12A-8E58-2566-20A6-D66A3A43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E4073-37B9-A027-83AC-5A86A3A4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179A7-A567-B5A3-E9D6-C73350FA7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08179"/>
            <a:ext cx="61152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Разработка происходила на языке программирования </a:t>
            </a:r>
            <a:r>
              <a:rPr lang="en-US" sz="1800" dirty="0">
                <a:solidFill>
                  <a:schemeClr val="tx1"/>
                </a:solidFill>
              </a:rPr>
              <a:t>Kotlin </a:t>
            </a:r>
            <a:r>
              <a:rPr lang="ru-RU" sz="1800" dirty="0">
                <a:solidFill>
                  <a:schemeClr val="tx1"/>
                </a:solidFill>
              </a:rPr>
              <a:t>в среде разработки </a:t>
            </a:r>
            <a:r>
              <a:rPr lang="en-US" sz="1800" dirty="0">
                <a:solidFill>
                  <a:schemeClr val="tx1"/>
                </a:solidFill>
              </a:rPr>
              <a:t>Android Studio</a:t>
            </a:r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2423F17-F401-83DC-1FD9-B4BB5D11B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191" y="2208179"/>
            <a:ext cx="3774332" cy="377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49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0FE4-C6AD-434B-0CED-81626E59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2197A-E2DD-3DD8-4F3E-1D95E109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1EDFF-2AC9-04B8-499A-B8BCE7CC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39451"/>
            <a:ext cx="7333034" cy="3159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Leanback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совместимость с </a:t>
            </a:r>
            <a:r>
              <a:rPr lang="en-US" sz="1800" dirty="0">
                <a:solidFill>
                  <a:schemeClr val="tx1"/>
                </a:solidFill>
              </a:rPr>
              <a:t>Android TV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AppCompat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совместимость приложения с версиями </a:t>
            </a:r>
            <a:r>
              <a:rPr lang="en-US" sz="1800" dirty="0">
                <a:solidFill>
                  <a:schemeClr val="tx1"/>
                </a:solidFill>
              </a:rPr>
              <a:t>Android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Media 2</a:t>
            </a:r>
            <a:r>
              <a:rPr lang="ru-RU" sz="1800" dirty="0">
                <a:solidFill>
                  <a:schemeClr val="tx1"/>
                </a:solidFill>
              </a:rPr>
              <a:t> – управление медиа-контентом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ConstraintLayout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разметка экранов</a:t>
            </a:r>
          </a:p>
          <a:p>
            <a:pPr marL="0" indent="0">
              <a:buNone/>
            </a:pPr>
            <a:r>
              <a:rPr lang="en-US" sz="1800" dirty="0"/>
              <a:t>Material – </a:t>
            </a:r>
            <a:r>
              <a:rPr lang="ru-RU" sz="1800" dirty="0"/>
              <a:t>виджеты</a:t>
            </a:r>
          </a:p>
          <a:p>
            <a:pPr marL="0" indent="0">
              <a:buNone/>
            </a:pPr>
            <a:r>
              <a:rPr lang="en-US" sz="1800" dirty="0"/>
              <a:t>Picasso – </a:t>
            </a:r>
            <a:r>
              <a:rPr lang="ru-RU" sz="1800" dirty="0"/>
              <a:t>загрузка изображений из Интернета</a:t>
            </a:r>
          </a:p>
          <a:p>
            <a:pPr marL="0" indent="0">
              <a:buNone/>
            </a:pPr>
            <a:r>
              <a:rPr lang="en-US" sz="1800" dirty="0" err="1"/>
              <a:t>Gson</a:t>
            </a:r>
            <a:r>
              <a:rPr lang="en-US" sz="1800" dirty="0"/>
              <a:t> – </a:t>
            </a:r>
            <a:r>
              <a:rPr lang="ru-RU" sz="1800" dirty="0"/>
              <a:t>преобразование объектов в </a:t>
            </a:r>
            <a:r>
              <a:rPr lang="en-US" sz="1800" dirty="0"/>
              <a:t>JSON</a:t>
            </a:r>
          </a:p>
          <a:p>
            <a:pPr marL="0" indent="0">
              <a:buNone/>
            </a:pPr>
            <a:r>
              <a:rPr lang="en-US" sz="1800" dirty="0" err="1"/>
              <a:t>Voley</a:t>
            </a:r>
            <a:r>
              <a:rPr lang="en-US" sz="1800" dirty="0"/>
              <a:t> – </a:t>
            </a:r>
            <a:r>
              <a:rPr lang="ru-RU" sz="1800" dirty="0"/>
              <a:t>загрузка данных через </a:t>
            </a:r>
            <a:r>
              <a:rPr lang="en-US" sz="1800" dirty="0"/>
              <a:t>API</a:t>
            </a:r>
            <a:endParaRPr lang="ru-RU" sz="1800" dirty="0"/>
          </a:p>
          <a:p>
            <a:pPr marL="0" indent="0">
              <a:buNone/>
            </a:pPr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9A72BD-2B64-F26A-C89F-18A0DF64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344" y="3736607"/>
            <a:ext cx="5940425" cy="26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8432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60</TotalTime>
  <Words>142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Берлин</vt:lpstr>
      <vt:lpstr>Кинопоиск</vt:lpstr>
      <vt:lpstr>Реализация</vt:lpstr>
      <vt:lpstr>Реализация</vt:lpstr>
      <vt:lpstr>Реализация</vt:lpstr>
      <vt:lpstr>Схема классов</vt:lpstr>
      <vt:lpstr>Архитектурные решения</vt:lpstr>
      <vt:lpstr>Используемые 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nnstessee iim</dc:creator>
  <cp:lastModifiedBy>nnstessee iim</cp:lastModifiedBy>
  <cp:revision>6</cp:revision>
  <dcterms:created xsi:type="dcterms:W3CDTF">2025-12-06T06:26:42Z</dcterms:created>
  <dcterms:modified xsi:type="dcterms:W3CDTF">2025-12-13T16:22:49Z</dcterms:modified>
</cp:coreProperties>
</file>